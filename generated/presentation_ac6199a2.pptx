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5634"/>
  </p:normalViewPr>
  <p:slideViewPr>
    <p:cSldViewPr snapToGrid="0" showGuides="1">
      <p:cViewPr varScale="1">
        <p:scale>
          <a:sx n="77" d="100"/>
          <a:sy n="77" d="100"/>
        </p:scale>
        <p:origin x="96" y="79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Start with a compelling statistic about AI's growth.  Maintain eye contact and a confident demeanor.  Highlight the transformative potential of AI.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Use visuals to illustrate each application.  Emphasize the practical benefits and ROI for each example.  Engage the audience with a question.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Quantify the benefits whenever possible. Use charts or graphs to visually represent the impact.  Focus on the positive outcomes for the business.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Acknowledge the challenges but emphasize solutions and strategies.  Highlight your company's approach to responsible AI.  Show proactive problem-solving.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Paint a positive picture of the future.  Emphasize the long-term strategic advantages of AI.  End on an optimistic and forward-looking note.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i="1">
                <a:latin typeface="Calibri"/>
              </a:defRPr>
            </a:pPr>
            <a:r>
              <a:t>AI-Generated Presentation</a:t>
            </a:r>
          </a:p>
          <a:p>
            <a:pPr algn="ctr">
              <a:defRPr sz="2400" i="1">
                <a:latin typeface="Calibri"/>
              </a:defRPr>
            </a:pPr>
            <a:r>
              <a:t>August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47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/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Revolutionizing operations and decision-making.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Enhancing customer experience across industries.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Driving efficiency and scalability improvements.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36" sz="quarter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idx="37" sz="quarter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idx="38" sz="quarter"/>
          </p:nvPr>
        </p:nvSpPr>
        <p:spPr/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/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Automate processes and back-office workflows.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Leverage data analytics for forecasting and insights.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Deploy chatbots for enhanced customer support.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36" sz="quarter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idx="37" sz="quarter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idx="38" sz="quarter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/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Achieve higher efficiency and scalability.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Reduce costs through automation and optimization.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Improve decision-making with real-time data.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36" sz="quarter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idx="37" sz="quarter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idx="38" sz="quarter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/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Mitigate data privacy and compliance risks.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Address bias and ensure model governance.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Manage legacy system integration complexities.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36" sz="quarter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idx="37" sz="quarter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idx="38" sz="quarter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/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Accelerated adoption with responsible AI practices.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Increased focus on explainability and edge deployment.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Integration of AI across all business functions.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36" sz="quarter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idx="37" sz="quarter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idx="38" sz="quarter"/>
          </p:nvPr>
        </p:nvSpPr>
        <p:spPr/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/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Key Takeaways &amp; Next Steps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36" sz="quarter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idx="37" sz="quarter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idx="38" sz="quarter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0</TotalTime>
  <Words>468</Words>
  <Application>Microsoft Office PowerPoint</Application>
  <PresentationFormat>Widescreen</PresentationFormat>
  <Paragraphs>176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等线</vt:lpstr>
      <vt:lpstr>Abadi</vt:lpstr>
      <vt:lpstr>Arial</vt:lpstr>
      <vt:lpstr>Calibri</vt:lpstr>
      <vt:lpstr>Posterama</vt:lpstr>
      <vt:lpstr>Posterama Text Black</vt:lpstr>
      <vt:lpstr>Posterama Text SemiBold</vt:lpstr>
      <vt:lpstr>Custom​​</vt:lpstr>
      <vt:lpstr>Presentation title</vt:lpstr>
      <vt:lpstr>Agenda</vt:lpstr>
      <vt:lpstr>Introduction</vt:lpstr>
      <vt:lpstr>Primary goals</vt:lpstr>
      <vt:lpstr>Quarterly performance</vt:lpstr>
      <vt:lpstr>Areas of growth</vt:lpstr>
      <vt:lpstr>“Business opportunities are like buses. There’s always another one coming.”</vt:lpstr>
      <vt:lpstr>Meet our team</vt:lpstr>
      <vt:lpstr>Meet our extended team </vt:lpstr>
      <vt:lpstr>Plan for product launch</vt:lpstr>
      <vt:lpstr>Plan for product launch </vt:lpstr>
      <vt:lpstr>Timeline</vt:lpstr>
      <vt:lpstr>Areas of focus</vt:lpstr>
      <vt:lpstr>How we get there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Sharma</dc:creator>
  <cp:lastModifiedBy>Anish Sharma</cp:lastModifiedBy>
  <cp:revision>1</cp:revision>
  <dcterms:created xsi:type="dcterms:W3CDTF">2025-08-27T15:26:15Z</dcterms:created>
  <dcterms:modified xsi:type="dcterms:W3CDTF">2025-08-27T15:26:22Z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